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4114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5F5F5"/>
                </a:solidFill>
              </a:rPr>
              <a:t>NTRS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8C8"/>
                </a:solidFill>
              </a:rPr>
              <a:t>Neural Thickets  ×  Randomized Smoothing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0299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94F37"/>
                </a:solidFill>
              </a:rPr>
              <a:t>H1 + H2 Experimental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" y="2651760"/>
            <a:ext cx="5029200" cy="0"/>
          </a:xfrm>
          <a:prstGeom prst="line">
            <a:avLst/>
          </a:prstGeom>
          <a:ln w="1524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" y="28529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97BBF"/>
                </a:solidFill>
              </a:rPr>
              <a:t>H1   LoRA widens the certified weight-space basin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36499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3C59E"/>
                </a:solidFill>
              </a:rPr>
              <a:t>H2   R_A = 1 predicts catastrophic sequential forgetting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217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Kina Kim  |  SFU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Results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Two hypotheses tested  |  GPT-2 (124M) and GPT-2-medium (354M)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E94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</a:rPr>
              <a:t>Key Finding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" y="1508760"/>
            <a:ext cx="11704320" cy="0"/>
          </a:xfrm>
          <a:prstGeom prst="line">
            <a:avLst/>
          </a:prstGeom>
          <a:ln w="15240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" y="1600200"/>
            <a:ext cx="11750040" cy="123444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73352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7BBF"/>
                </a:solidFill>
              </a:rPr>
              <a:t>H1  LoRA widens the loss basin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73352"/>
            <a:ext cx="2057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C59E"/>
                </a:solidFill>
              </a:rPr>
              <a:t>✅  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Pretrained σ½=0.000483  →  LoRA lr=1e-4 σ½=0.000756  (+57%)
Higher LR (5e-4) collapses basin — training regime controls the tradeoff.
LoRA update directions are 12% sharper than isotropic (higher curvature).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07792"/>
            <a:ext cx="11750040" cy="123444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980944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H2  R_A = 1 predicts catastrophic forgetting
     Forward: AGNews → SST-2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80944"/>
            <a:ext cx="2057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C59E"/>
                </a:solidFill>
              </a:rPr>
              <a:t>✅  Confirmed
(GPT-2 + medium)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53512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R_A &lt; 1  →  ≤ 5.6% forgetting  (safe)
R_A &gt; 1  →  ≥ 18% forgetting  (significant/catastrophic)
Threshold at R_A=1 holds identically across both model scales.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15384"/>
            <a:ext cx="11750040" cy="123444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88536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H2  Reversed: SST-2 → AGNews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288536"/>
            <a:ext cx="2057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C8"/>
                </a:solidFill>
              </a:rPr>
              <a:t>⚠️  Informative
null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61104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Cannot reach R_A=1 with standard LRs — SST-2 σ½_A is 49× wider than AGNews.
Finding: σ½_A encodes task specialization depth. AGNews creates a narrow basin
(pretraining bias: WebText is news-heavy); SST-2 creates a wide, diffuse basin.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σ½_A = certified radius of Task A basin  |  R_A = per-param displacement / σ½_A  |  NLL criterion for AGNews (4-class), acc-based (δ=5pp) for SST-2 (binary)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H1 — LoRA Widens the Certified Weight-Space Basin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GPT-2, WikiText-2 NLL scoring  |  lr=1e-4, rank=8  |  3-way noise direction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3_density_curves_lr1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229600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117043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Key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1572768"/>
            <a:ext cx="34290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19" y="1645920"/>
            <a:ext cx="3246120" cy="340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Pretrained          σ½ = 0.000483
LoRA isotropic  σ½ = 0.000756
                          → +57% wider
Null-space          σ½ = 0.000750
LoRA subspace  σ½ = 0.000667
                          → 12% narrower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2461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Subspace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3648456"/>
            <a:ext cx="34290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19" y="3721608"/>
            <a:ext cx="3246120" cy="34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The LoRA update directions are
the sharpest (highest curvature)
— perturbations there hurt most.
Null ≈ isotropic because rank=8
is 0.00001% of d=85M params —
geometric consequence, not a
robustness finding.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Density = P[NLL(θ+ε) ≤ NLL(θ)+1e-4]  with ε~N(0,σ²I)  |  N=200 perturbations per σ  |  σ½ interpolated at density=0.5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H1 — Basin Width vs Training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LR=1e-4 widens; LR=5e-4 collapses — strong regime dependence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3_sigma_half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686800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98280" y="11704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High-LR collapse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1572768"/>
            <a:ext cx="292608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19" y="1645920"/>
            <a:ext cx="2743200" cy="34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At lr=5e-4: density &lt; 0.5
even at σ=0.0001 (smallest
test point).
Model moved so far from
pretrained weights that even
infinitesimal noise destroys
performance — basin is
smaller than measurement
resolution.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41148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Implication for H2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4517136"/>
            <a:ext cx="292608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19" y="4590288"/>
            <a:ext cx="2743200" cy="2221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σ½_A (Task A certified radius)
depends on which LR was used
for Phase 1 fine-tuning.
Conservative lr=1e-4 gives
the most reliable σ½_A.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Left bar = σ½ (×10⁻⁴)  |  Right panel: lr=5e-4 density curves for all 3 directions — none reach 0.5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H2 — R_A = 1 Threshold  (Forward: AGNews → SST-2)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R_A &lt; 1  →  safe (≤5.6% forgetting)     R_A &gt; 1  →  ≥18% forgetting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1_forward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9006840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4040" y="1170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GPT-2  (124M)
σ½_A = 6.36×10⁻⁴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1572768"/>
            <a:ext cx="256032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1645920"/>
            <a:ext cx="2377439" cy="1135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R_A=0.967 → −5.6%  safe
R_A=1.516 → −18.1%  forget
R_A=3.017 → −31.1%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3017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GPT-2-medium  (354M)
σ½_A = 1.90×10⁻³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4040" y="3419856"/>
            <a:ext cx="256032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3493008"/>
            <a:ext cx="2377439" cy="144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R_A=0.767 → −1.1%  safe
R_A=1.759 → −18.2%  forget
R_A=2.923 → −50.5%
R_A=4.889 → −49.8%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4892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Same threshold
across scales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5294376"/>
            <a:ext cx="256032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5367527"/>
            <a:ext cx="2377439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Both jump from &lt;6%
to &gt;18% at R_A=1.
σ½_A normalizes the
cross-model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8 medium conditions (0620, shared Phase 1) + 6 GPT-2 conditions (0619)  |  ◆ = gap-fill lr=3e-4,4e-4  |  R_A = ‖Δθ‖_RMS / σ½_A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H2 — Scale-Invariant Forgetting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Both models plotted on same R_A axis — threshold aligns at R_A=1 regardless of model size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2_combined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7955279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1704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Why R_A works cross-model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572768"/>
            <a:ext cx="3520440" cy="237744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27632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Raw displacement ‖Δθ‖ is not comparable
across models — medium moves 47% further
than GPT-2 at the same LR, but forgets
less because its basin is wider.
R_A = ‖Δθ‖ / σ½_A normalizes by basin
width, making both models comparable on
a single axis with the same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1148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517136"/>
            <a:ext cx="3520440" cy="155448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57200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14 conditions, 2 model sizes, zero
exceptions to R_A=1 threshold.
Blue border = GPT-2  |  Red = medium
Filled = R_A&lt;1 (safe)  |  Warm = R_A&gt;1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★ = medium aggressive lr=5e-4 r=32  (R_A=9.6, ΔA=−65%, from separate Phase 1 run)  |  All other points share same Phase 1 within each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H2 — Forgetting Accelerates Precisely at R_A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Task-A accuracy during Task-B training  |  R_A grows left-to-right as Phase 2 trains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3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11731752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Left: GPT-2 — lr=1e-4 r=32 crosses R_A=1 mid-training and drops from 87% to 69%  |  Right: medium — lr=2e-4 r=32 crosses R_A=1 and drops to 72%; aggressive drops to 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H2 — Reversed (SST-2 → AGNews): A Basin Asymmetry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Cannot reach R_A=1 under standard conditions — SST-2 basin is 49× wider than AGNews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fig4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549640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8240" y="1170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Why R_A stays &lt;&lt; 1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572768"/>
            <a:ext cx="329184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45920"/>
            <a:ext cx="3108960" cy="3604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SST-2 acc-based σ½_A = 0.0313
AGNews NLL-based σ½_A = 0.000636
Ratio: 49×
To reach R_A=1 in reversed
direction: need norm &gt; 0.031
Current max norm = 0.00259
→ need ~12× more displacement
(lr ≈ 2e-3, unstable territory)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657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059936"/>
            <a:ext cx="329184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133087"/>
            <a:ext cx="3108960" cy="373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SST-2 sentiment is diffuse and
deeply embedded in GPT-2
(WebText pretraining encodes
sentiment broadly).
AGNews topic classification
specializes a narrow subregion
→ easy to overwrite.
σ½_A measures task
specialization depth.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6 GPT-2 conditions, SST-2→AGNews  |  acc-based σ½_A (δ=5pp) for SST-2 Task A  |  Cannot run NLL-based here — NLL overestimates binary task basin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Next Steps — H3: Proper Subspace Testing via Rank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Current rank=8 is 0.00001% of d=85M — null-space ≈ isotropic is a geometric artifact, not a finding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704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The problem with rank=8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5577840" cy="14173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5303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rank / d_block = 8 / 85M ≈ 0.00001%
Any isotropic Gaussian lives almost entirely in the null-space by geometry.
→ null ≈ isotropic is trivially guaranteed, not an empirical finding.
→ subspace (12% sharper) is real but effect is small at this rank.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0906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Proposed rank sweep  (same lr=1e-4, same σ 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930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rank/d (%)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4930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93008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Expected signal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" y="3803904"/>
            <a:ext cx="7315200" cy="0"/>
          </a:xfrm>
          <a:prstGeom prst="line">
            <a:avLst/>
          </a:prstGeom>
          <a:ln w="15240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8600" y="38404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0.00001%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8404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baseline (current)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null ≈ iso (trivial)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414223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422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0.00004%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1422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still negligible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42232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null ≈ iso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44439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439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0.00015%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~0.1%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43984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first divergence?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7457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512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7457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0.0006%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7457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still low, but larger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745736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subspace vs iso gap grows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5047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768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474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0.0009%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50474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max LoRA rank for GPT-2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047488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largest testable effect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117043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Hypothesis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1572768"/>
            <a:ext cx="4160520" cy="201168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1627632"/>
            <a:ext cx="3886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At some rank coverage threshold,
subspace σ½ / isotropic σ½ diverges
significantly. Below that threshold,
the subspace is too small to matter.
Plot: subspace σ½ / iso σ½  vs  rank
Look for the inflection point.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703320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C59E"/>
                </a:solidFill>
              </a:rPr>
              <a:t>Run commands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4105656"/>
            <a:ext cx="4160520" cy="201168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160520"/>
            <a:ext cx="3931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C59E"/>
                </a:solidFill>
              </a:rPr>
              <a:t>for RANK in 8 32 128 512 768; do
  python3 lora_density_experiment.py \
    --model gpt2 --lr 1e-4 \
    --lora_rank $RANK \
    --subspace --null_space \
    --output_dir outputs_h3_rank_sweep
done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One command per rank — lora_density_experiment.py takes single --lora_rank  |  Each run: ~20–40 min on A40  |  All runs share same σ grid for direct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Next Steps — H2: Better Task Pairs for Stronger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94F37"/>
                </a:solidFill>
              </a:rPr>
              <a:t>AGNews/SST-2 has two weaknesses — pretraining bias asymmetry + 49× basin width mismatch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1704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Problems with AGNews → SST-2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5577840" cy="123444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①  Pretraining bias: GPT-2 trained on WebText (news-heavy) → AGNews is 'easy to specialize.'
②  Basin asymmetry: SST-2 σ½_A is 49× wider than AGNews — reversed direction can't reach R_A=1.
③  Weak reversed experiment limits H2 to one direction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8803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C59E"/>
                </a:solidFill>
              </a:rPr>
              <a:t>Recommended pairs  (all available in basin_widening_experiment.py)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Task 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Why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8"/>
                </a:solidFill>
              </a:rPr>
              <a:t>Priority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" y="3584448"/>
            <a:ext cx="11704320" cy="0"/>
          </a:xfrm>
          <a:prstGeom prst="line">
            <a:avLst/>
          </a:prstGeom>
          <a:ln w="15240">
            <a:solidFill>
              <a:srgbClr val="B0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28600" y="3639312"/>
            <a:ext cx="11704320" cy="749808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68503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AGNews → DBpedia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85032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Topic → Topic
(4-class → 14-class)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685032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Both topic classification, no NLI/sentiment bias.
More symmetric basins. Pretraining neutral.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85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C59E"/>
                </a:solidFill>
              </a:rPr>
              <a:t>★ Try first
(easiest)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434840"/>
            <a:ext cx="11704320" cy="749808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80559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DBpedia → AGNews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80559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Reversed of above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480559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Tests whether threshold holds in both directions.
DBpedia is fine-grained, AGNews is coarse — directional.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48055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C59E"/>
                </a:solidFill>
              </a:rPr>
              <a:t>★ Run together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230368"/>
            <a:ext cx="11704320" cy="749808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27608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MNLI → AGNews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7608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NLI → Topic
(3-class → 4-class)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27608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Structurally different tasks, no pretraining bias for either.
MNLI fine-tuning doesn't specialize a narrow news-basin.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27608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C59E"/>
                </a:solidFill>
              </a:rPr>
              <a:t>Good 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603504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C8"/>
                </a:solidFill>
              </a:rPr>
              <a:t>Key criterion: both tasks &gt;80% accuracy on GPT-2  |  σ½_A within ~5× in both directions  |  Neither task has large pretraining advantage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RTE/QQP/MRPC not in current script — would need to add loaders  |  DBpedia: 14-class ontology  |  MNLI: 3-class NLI (entail/neutral/contradict)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H3 Update — LoRA Subspace is 2.3× Sharper Than Isotropic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3C59E"/>
                </a:solidFill>
              </a:rPr>
              <a:t>New run  |  sub/iso = 0.427  (vs 0.882 in initial run)  |  null ≈ pretrained (1.03×)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43C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3_new_densit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5039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400" y="11704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Key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1572768"/>
            <a:ext cx="32004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645920"/>
            <a:ext cx="3017520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σ½ pretrained  = 0.000483
σ½ null-space  = 0.000500  ← ≈ pretrained
σ½ isotropic   = 0.000445
σ½ subspace    = 0.000190  ← sharpest
sub / iso = 0.427×  (−57%)
null / pretrained = 1.03×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089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7BBF"/>
                </a:solidFill>
              </a:rPr>
              <a:t>What it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3511296"/>
            <a:ext cx="32004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584448"/>
            <a:ext cx="30175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LoRA update directions are the
curvature-concentrated directions.
Null-space (≈pretrained) is the
flat / generalization space.
Fine-tuning with LoRA separates
the weight space into:
  • sharp subspace (updated dirs)
  • flat null-space (unmodified dirs)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7548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Previous vs new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5157216"/>
            <a:ext cx="32004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5230368"/>
            <a:ext cx="3017520" cy="2534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Initial run (0620_lora):
  sub/iso = 0.882  (−12%)
New run (0621_h3):
  sub/iso = 0.427  (−57%)
Both same lr=1e-4, GPT-2
→ effect is real, run-dependent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H3: subspace = LoRA-adapted directions in weight space  |  null-space = directions orthogonal to LoRA update  |  NLL criterion, N=200 perturbations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5"/>
                </a:solidFill>
              </a:rPr>
              <a:t>H2 New Task Pairs — DBpedia ↔ AGNews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5C518"/>
                </a:solidFill>
              </a:rPr>
              <a:t>DBpedia→AGNews: safe at all tested R_A  |  AGNews→DBpedia: early forgetting reveals threshold boundary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78992"/>
            <a:ext cx="11704320" cy="0"/>
          </a:xfrm>
          <a:prstGeom prst="line">
            <a:avLst/>
          </a:prstGeom>
          <a:ln w="15240">
            <a:solidFill>
              <a:srgbClr val="397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h2_dbpedia_agn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85039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400" y="11704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C59E"/>
                </a:solidFill>
              </a:rPr>
              <a:t>DBpedia→AGNews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1572768"/>
            <a:ext cx="32004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645920"/>
            <a:ext cx="3017520" cy="30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σ½_A = 0.014500  (NLL)
Max R_A = 0.128 → −0.9%
All conditions safe.
R_A never reaches 1 — σ½_A
too large to test threshold.
DBpedia (14-class) creates a
very wide basin (high diversity).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0632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AGNews→DBpedia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3465576"/>
            <a:ext cx="32004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538728"/>
            <a:ext cx="3017520" cy="3143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σ½_A = 0.006442  (NLL)
Max R_A = 0.394 → −17.5%
Forgetting at R_A &lt;&lt; 1!
This is structural mismatch:
4-class → 14-class output
forces representation change
even at small weight displacement.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Implication for H2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5065776"/>
            <a:ext cx="3200400" cy="36576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5138927"/>
            <a:ext cx="3017520" cy="416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R_A=1 threshold (H2) holds for
structurally similar tasks
(AGNews→SST-2 both &lt;5 classes).
Structural mismatch (4→14 class)
causes forgetting at R_A≪1 via
representational drift, not
basin exit.
Better pair needed: tasks with
similar class granularity.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355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8"/>
                </a:solidFill>
              </a:rPr>
              <a:t>DBpedia: 14-class Wikipedia topic  |  AGNews: 4-class news topic  |  GPT-2, NLL-based σ½_A  |  6 conditions per direction (lr × rank grid)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