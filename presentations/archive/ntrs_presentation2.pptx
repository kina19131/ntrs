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F5F5"/>
                </a:solidFill>
              </a:rPr>
              <a:t>Certified Basin Geometry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B0B8C8"/>
                </a:solidFill>
              </a:rPr>
              <a:t>How Fine-Tuning Method and Model Scale Determine Weight-Space Robustness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3200400"/>
            <a:ext cx="548640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3429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397BBF"/>
                </a:solidFill>
              </a:rPr>
              <a:t>Neural Thickets  ×  Randomized Smoothing  | 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Kina Kim  |  SFU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Quick Recap — Framework &amp; Key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What we measure and why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6_full_f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71323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97BBF"/>
                </a:solidFill>
              </a:rPr>
              <a:t>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600200"/>
            <a:ext cx="438912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69164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C(θ, σ) = P[NLL(θ+ε) ≤ NLL(θ) + slack]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          ε ~ N(0, σ²I)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σ½  = σ where C drops to peak / 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     → certified basin WIDTH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norm/σ½ = ‖θ_ft − θ_pre‖ / σ½_pre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         → update relative to basin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" y="4343400"/>
            <a:ext cx="11704320" cy="0"/>
          </a:xfrm>
          <a:prstGeom prst="line">
            <a:avLst/>
          </a:prstGeom>
          <a:ln w="12700">
            <a:solidFill>
              <a:srgbClr val="B0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Previous (GPT-2 only):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4805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B0B8C8"/>
                </a:solidFill>
              </a:rPr>
              <a:t>→  norm/σ½ &lt; 1  →  PPL stable,  basin widens 1.1–1.75×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B0B8C8"/>
                </a:solidFill>
              </a:rPr>
              <a:t>→  Full FT (rank=768): barely widens (1.002×) — low-rank constraint drives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New question: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349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5F5"/>
                </a:solidFill>
              </a:rPr>
              <a:t>Does the certified ball boundary hold across GPT-2, Qwen2.5-3B, Llama-3.2-3B, and Llama-3.1-8B?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F5F5"/>
                </a:solidFill>
              </a:rPr>
              <a:t>Does LoRA basin widening persist at 3B and 8B parameter scale?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Experiment Verification — Density Curves Across 4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C(θ, σ) before and after LoRA fine-tuning (lr=1e-4, rank=8)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1_density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11731752" cy="5047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Each panel: black=pretrained, dashed=LoRA lr=1e-4.  Dotted vertical = σ½ (50% density point).  Note: σ½_pre shrinks 5× from GPT-2 → 8B.  Near-identical pretrained vs LoRA curves at large scale = tight ball with little room to widen.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Complete Experiment Matrix — All 4 Models × 6 LRs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Widening ratio / update size / PPL ratio at a glance  |  Red line = certified ball boundary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2_l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11731752" cy="3675887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228600" y="4983480"/>
            <a:ext cx="11731752" cy="0"/>
          </a:xfrm>
          <a:prstGeom prst="line">
            <a:avLst/>
          </a:prstGeom>
          <a:ln w="9525">
            <a:solidFill>
              <a:srgbClr val="B0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5074920"/>
            <a:ext cx="117317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B0B8C8"/>
                </a:solidFill>
              </a:rPr>
              <a:t>→  Left panel: σ½ widening ratio — green &gt;1 (widening), yellow ≈1 (flat), red &lt;1 (narrowing)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B0B8C8"/>
                </a:solidFill>
              </a:rPr>
              <a:t>→  Center panel: log₁₀(norm/σ½) — red line marks certified ball boundary (norm/σ½=1)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B0B8C8"/>
                </a:solidFill>
              </a:rPr>
              <a:t>→  Right panel: PPL ratio — strongly tracks ball position: inside ball → PPL ≈ 1.0, outside → degrades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B0B8C8"/>
                </a:solidFill>
              </a:rPr>
              <a:t>→  lr=1e-3: catastrophic collapse across all models (PPL +160% to +380%, norm/σ½ 4×–13×)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Finding 1 — σ½ Shrinks with Model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Better models sit in tighter weight-space minima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3_sigma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22960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Key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600200"/>
            <a:ext cx="3291840" cy="1691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69164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GPT-2  (124M):  σ½=7.78e-4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Qwen   (2.5B):  σ½=2.96e-4  (2.6×)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Llama  (3.0B):  σ½=1.95e-4  (4.0×)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5F5F5"/>
                </a:solidFill>
                <a:latin typeface="Courier New"/>
              </a:rPr>
              <a:t>Llama  (8.0B):  σ½=1.57e-4  (5.0×)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8862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σ½ tracks pretrained PPL — smaller basin = better model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Consistent with Neural Thickets: denser solution clusters at larger scale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Tighter σ½ → safe LR budget shrinks with scale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B0B8C8"/>
                </a:solidFill>
              </a:rPr>
              <a:t>→  Predicts: thicket emergence (~1.5B) should show a kink in this curve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σ½_pre measured on pretrained model only — no fine-tuning.  Dashed line = log-linear trend.  GPT-2 is 5× wider than Llama-3.1-8B.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Finding 2 — Universal PPL Safety Boundary  (Method-Agnostic)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norm/σ½ &lt; 1  →  PPL stable     LoRA rank=8  AND  Full FT rank=768  |  4 models  |  28+ conditions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4_phas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4124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2396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3C59E"/>
                </a:solidFill>
              </a:rPr>
              <a:t>The 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600200"/>
            <a:ext cx="315468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169164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norm/σ½ &lt; 1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  → PPL ratio ≈ 1.000  ✓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norm/σ½ &gt; 1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  → PPL ratio &gt; 1.02  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429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840480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28+ data points across 4 models, 2 methods, zero exceptions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● LoRA rank=8  (24 pts, 4 models × 6 LRs)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▲ Full FT rank=768  (4 pts, GPT-2 + Llama-3B LR sweep)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Boundary is σ½-normalized — absolute LR is irrelevant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Method doesn't matter — only norm/σ½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Circles = LoRA rank=8.  Triangles = Full FT rank=768.  Both methods: PPL ≈ 1 inside the ball, rises outside.  Green = safe zone.  Pink = PPL-degraded zone.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Finding 3 — Widening Is a Small-Model Phenomenon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GPT-2 widens 1.1–1.75× inside the ball; 3B+ models show flat or narrowing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5_widening_vs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229600" cy="4645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Best safe widening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600200"/>
            <a:ext cx="329184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6916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GPT-2  (124M): 1.75×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(lr=2e-4, norm/σ½=0.21)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Qwen   (2.5B): 0.82×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(lr=1e-5, norm/σ½=0.06)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Llama  (3.0B): 0.99×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(lr=5e-5, norm/σ½=0.12)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Llama  (8.0B): 1.03×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5F5F5"/>
                </a:solidFill>
                <a:latin typeface="Courier New"/>
              </a:rPr>
              <a:t>  (lr=1e-4, norm/σ½=0.58)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8920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Tighter σ½ at scale → less room to widen inside ball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Llama-8B: norm/σ½=0.58 already at lr=1e-4 — little space left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B0B8C8"/>
                </a:solidFill>
              </a:rPr>
              <a:t>→  LoRA rank=8 may not have the capacity to reshape a tighter basin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Open markers = norm/σ½ &gt; 1 (escaped certified ball).  Widening above the dashed line = basin expanded after fine-tuning.  Clipped at 5× for readability.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Method Comparison — Same Model, Same Norm Budget, Different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Llama-3.2-3B: LoRA rank=8 vs Full FT rank=768  |  F2 confirmed method-agnostic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7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9611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7BBF"/>
                </a:solidFill>
              </a:rPr>
              <a:t>Llama-3B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1600200"/>
            <a:ext cx="265176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6916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LoRA rank=8: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lr=1e-4, norm/σ½=0.22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ratio=0.955×  (narrows)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PPL=1.007  ✓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Full FT rank=768: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lr=1e-5, norm/σ½=0.37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ratio=1.184×  (widens!)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PPL=1.009  ✓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Both inside ball →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5F5F5"/>
                </a:solidFill>
                <a:latin typeface="Courier New"/>
              </a:rPr>
              <a:t>  both PPL-stable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C59E"/>
                </a:solidFill>
              </a:rP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50292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→  F2 holds for both methods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→  Widening reversal: at 3B scale, full FT widens, LoRA narrows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B0B8C8"/>
                </a:solidFill>
              </a:rPr>
              <a:t>→  Low-rank claim holds for GPT-2, but reverses at 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8C8"/>
                </a:solidFill>
              </a:rPr>
              <a:t>Left: density curves — full FT shifts σ½ right more than LoRA.  Right: widening scatter — full FT widens (▲) while LoRA (●) is flat.  Both at Llama-3B, SST-2, 500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RandOpt Exploration — Negative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94F37"/>
                </a:solidFill>
              </a:rPr>
              <a:t>Random perturbation selection fails without a meaningful task scoring signal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Setup  (GPT-2, N=500, K=10)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6002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Sample N=500 Gaussian weight perturbations at each σ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Score each by SST-2 zero-shot accuracy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Keep top-K=10 deltas, average them  →  θ_ft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Measure σ½ before and after; compare to 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337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4F37"/>
                </a:solidFill>
              </a:rPr>
              <a:t>What happened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49039"/>
            <a:ext cx="5303520" cy="1508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840479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GPT-2 SST-2 zero-shot accuracy:  0.60 (near random)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Top-K mean accuracy:              0.60 (no improvement)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σ½ appears to 'widen' (1.4×–2.2×) — but meaningless.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5F5F5"/>
                </a:solidFill>
                <a:latin typeface="Courier New"/>
              </a:rPr>
              <a:t>We averaged random noise, not selected good solutions.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5349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Root cause: no scoring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760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GPT-2 base can't do SST-2 zero-shot reliably → all perturbations score identically → selection is random → RandOpt degenerates to noise averaging.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1170432"/>
            <a:ext cx="0" cy="0"/>
          </a:xfrm>
          <a:prstGeom prst="line">
            <a:avLst/>
          </a:prstGeom>
          <a:ln w="9525">
            <a:solidFill>
              <a:srgbClr val="B0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833872" y="1170432"/>
            <a:ext cx="36576" cy="5349240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7BBF"/>
                </a:solidFill>
              </a:rPr>
              <a:t>NT paper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60020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B0B8C8"/>
                </a:solidFill>
              </a:rPr>
              <a:t>→  Gan &amp; Isola used 7B+ models on math (GSM8K) — tasks where the base model already scores meaningfully (30%+ vs 5% random)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B0B8C8"/>
                </a:solidFill>
              </a:rPr>
              <a:t>→  Selection signal is what makes RandOpt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926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3C59E"/>
                </a:solidFill>
              </a:rPr>
              <a:t>Two paths 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3756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Option A: Use supervised scoring (cross-entropy on labeled examples) — gives RandOpt the same task signal as LoRA.  Fair comparison.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Option B: Focus on Claim 1 (ball boundary as universal LR rule) as primary contribution.  Treat RandOpt as future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3492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Recommended: Option B for now — Claim 1 is the stronger, cleaner result across 4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5F5"/>
                </a:solidFill>
              </a:rPr>
              <a:t>Summary &amp; Open Questions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254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117043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C59E"/>
                </a:solidFill>
              </a:rPr>
              <a:t>What we have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5506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F1  σ½ Scaling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02536"/>
            <a:ext cx="5669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σ½_pre shrinks 5× from GPT-2 → 8B. Better models = tighter basins. Aligns with Neural Thickets.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697480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523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F2  Universal Safety Boundary  (method-agnostic)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99816"/>
            <a:ext cx="5669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norm/σ½ &lt; 1 predicts PPL stability. Confirmed for LoRA rank=8 (24 pts) AND full FT rank=768 (4 pts). Zero exceptions across 28+ conditions, 4 models, 2 methods.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794760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8496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F3  Scale + Method Dependent Widening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97096"/>
            <a:ext cx="5669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GPT-2 LoRA: widens 1.1–1.75×.  3B LoRA: flat/narrows (0.95×).  3B full FT: widens (1.18×).  Widening depends on both scale and method.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892040"/>
            <a:ext cx="5943600" cy="1005840"/>
          </a:xfrm>
          <a:prstGeom prst="rect">
            <a:avLst/>
          </a:prstGeom>
          <a:solidFill>
            <a:srgbClr val="0D1B2A"/>
          </a:solidFill>
          <a:ln>
            <a:solidFill>
              <a:srgbClr val="397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94690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7BBF"/>
                </a:solidFill>
              </a:rPr>
              <a:t>F4  Low-Rank Effect  (GPT-2 scale observation)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294376"/>
            <a:ext cx="5669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At GPT-2 scale: full FT rank=768 barely widens (1.002×), LoRA rank=8 widens (1.12–1.29×). Pattern reverses at 3B — full FT widens, LoRA narrows.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1170432"/>
            <a:ext cx="36576" cy="5349240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1704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4F37"/>
                </a:solidFill>
              </a:rPr>
              <a:t>Open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627632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Why does GPT-2 widen but 3B doesn't?  Architecture, scale, or pretraining data diversity?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Does a wider σ½ after FT improve downstream generalization — or is it a geometric artifact?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Thicket threshold (~1.5B, per NT paper): should σ½ show a kink there?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RandOpt with supervised scoring — does it naturally stay inside the certified ball?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5F5F5"/>
                </a:solidFill>
              </a:rPr>
              <a:t>→  Can σ½ serve as an overfitting diagnostic during training (per professor's suggestion)?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" y="5870448"/>
            <a:ext cx="11731752" cy="0"/>
          </a:xfrm>
          <a:prstGeom prst="line">
            <a:avLst/>
          </a:prstGeom>
          <a:ln w="1270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8600" y="5989320"/>
            <a:ext cx="11731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For professor:  Is 'certified ball as universal LR budget rule' the right paper framing?  Worth pursuing supervised RandOpt for Claim 2?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